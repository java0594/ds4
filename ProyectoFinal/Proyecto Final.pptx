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11" r:id="rId7"/>
    <p:sldId id="408" r:id="rId8"/>
    <p:sldId id="391" r:id="rId9"/>
    <p:sldId id="407" r:id="rId10"/>
    <p:sldId id="398" r:id="rId1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17/12/2025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17/12/2025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B501-0DF0-297A-E8E6-93425FF5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66BEF3-DE90-EEDF-B069-FBCC07670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B5C8C5-8580-2CBE-2284-A5EFD5D18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EDA26-583E-7346-3551-CCC5EC224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061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MX"/>
              <a:t>Haz clic en el icono para agregar una tabla</a:t>
            </a:r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Proyecto Final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MiniPetCare</a:t>
            </a:r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0345FEB-C68A-B98A-3453-F1E296984880}"/>
              </a:ext>
            </a:extLst>
          </p:cNvPr>
          <p:cNvSpPr txBox="1">
            <a:spLocks/>
          </p:cNvSpPr>
          <p:nvPr/>
        </p:nvSpPr>
        <p:spPr>
          <a:xfrm>
            <a:off x="6309904" y="3154681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pPr algn="ctr"/>
            <a:r>
              <a:rPr lang="es-PA" sz="2400" dirty="0"/>
              <a:t>Juan Vásquez</a:t>
            </a:r>
            <a:br>
              <a:rPr lang="es-PA" sz="2400" dirty="0"/>
            </a:br>
            <a:r>
              <a:rPr lang="es-PA" sz="2400" dirty="0"/>
              <a:t>8-887-737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233451-C3AE-9436-624C-6FC687220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00588" y="438152"/>
            <a:ext cx="8686800" cy="673227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-697225"/>
            <a:ext cx="10873740" cy="168020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Diagramas de Alto Nivel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836C36-8578-2E2A-F81D-99A158221764}"/>
              </a:ext>
            </a:extLst>
          </p:cNvPr>
          <p:cNvSpPr txBox="1">
            <a:spLocks/>
          </p:cNvSpPr>
          <p:nvPr/>
        </p:nvSpPr>
        <p:spPr>
          <a:xfrm>
            <a:off x="499110" y="312425"/>
            <a:ext cx="6216015" cy="168020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PA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4A5C-9116-FB1D-B6CA-0BC5DE59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9F6D71A-881A-774C-6866-E79DDFFA1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128" y="404134"/>
            <a:ext cx="11895541" cy="84074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F5C09E-27B5-8EAA-6041-3DA3CC49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-697225"/>
            <a:ext cx="10873740" cy="168020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Diagramas de Alto Nivel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67F80A-3BB9-01EB-32B5-56F35FB0087D}"/>
              </a:ext>
            </a:extLst>
          </p:cNvPr>
          <p:cNvSpPr txBox="1">
            <a:spLocks/>
          </p:cNvSpPr>
          <p:nvPr/>
        </p:nvSpPr>
        <p:spPr>
          <a:xfrm>
            <a:off x="499110" y="312425"/>
            <a:ext cx="6216015" cy="168020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PA" dirty="0"/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68504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FF634E8-56AF-55BD-47B1-AF4E5FE87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836" y="747298"/>
            <a:ext cx="7779783" cy="5653690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47" y="-747298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Diagrama de Base de Datos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1EC47A1-5E41-F8C7-569D-75C094707BB7}"/>
              </a:ext>
            </a:extLst>
          </p:cNvPr>
          <p:cNvSpPr txBox="1">
            <a:spLocks/>
          </p:cNvSpPr>
          <p:nvPr/>
        </p:nvSpPr>
        <p:spPr>
          <a:xfrm>
            <a:off x="361447" y="2486494"/>
            <a:ext cx="3761980" cy="80017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PA" sz="1800" dirty="0"/>
              <a:t>Un dueño → muchas mascotas</a:t>
            </a:r>
          </a:p>
          <a:p>
            <a:endParaRPr lang="es-PA" sz="1800" dirty="0"/>
          </a:p>
          <a:p>
            <a:r>
              <a:rPr lang="es-PA" sz="1800" dirty="0"/>
              <a:t>Una mascota → muchas vacunas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FF4E090-90E1-3636-6FB8-44299384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387" y="2321466"/>
            <a:ext cx="10611129" cy="3899535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Código 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7083CEB-53BB-9EF5-DF62-04154093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563"/>
            <a:ext cx="6603140" cy="63749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6" y="3499667"/>
            <a:ext cx="3776460" cy="254281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{78833CA0-2CF4-4899-8FDA-98DE87B483CD}TFd3b75063-ff25-434d-b12c-efeaf07d16c3e7f35a69_win32-0d75b5563924</Template>
  <TotalTime>117</TotalTime>
  <Words>44</Words>
  <Application>Microsoft Office PowerPoint</Application>
  <PresentationFormat>Panorámica</PresentationFormat>
  <Paragraphs>20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Franklin Gothic Book</vt:lpstr>
      <vt:lpstr>Franklin Gothic Demi</vt:lpstr>
      <vt:lpstr>Personalizar</vt:lpstr>
      <vt:lpstr>Proyecto Final  MiniPetCare</vt:lpstr>
      <vt:lpstr>Diagramas de Alto Nivel</vt:lpstr>
      <vt:lpstr>Diagramas de Alto Nivel</vt:lpstr>
      <vt:lpstr>Diagrama de Base de Datos</vt:lpstr>
      <vt:lpstr>Código </vt:lpstr>
      <vt:lpstr>Código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VASQUEZ</dc:creator>
  <cp:lastModifiedBy>JUAN VASQUEZ</cp:lastModifiedBy>
  <cp:revision>2</cp:revision>
  <dcterms:created xsi:type="dcterms:W3CDTF">2025-12-17T04:18:28Z</dcterms:created>
  <dcterms:modified xsi:type="dcterms:W3CDTF">2025-12-17T19:40:23Z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